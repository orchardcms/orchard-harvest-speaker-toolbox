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Montserrat" pitchFamily="2" charset="0"/>
      <p:regular r:id="rId12"/>
      <p:bold r:id="rId13"/>
      <p:italic r:id="rId14"/>
      <p:boldItalic r:id="rId15"/>
    </p:embeddedFont>
    <p:embeddedFont>
      <p:font typeface="Montserrat SemiBold" panose="000007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141" d="100"/>
          <a:sy n="141" d="100"/>
        </p:scale>
        <p:origin x="72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2cf0fc79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42cf0fc79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42cf0fc797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42cf0fc797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50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4000"/>
              <a:buNone/>
              <a:defRPr sz="4000">
                <a:solidFill>
                  <a:srgbClr val="41B6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1B670"/>
                </a:solidFill>
              </a:rPr>
              <a:t>Talk Title</a:t>
            </a:r>
            <a:endParaRPr dirty="0">
              <a:solidFill>
                <a:srgbClr val="41B670"/>
              </a:solidFill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268684" y="3097025"/>
            <a:ext cx="4185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Jo</a:t>
            </a:r>
            <a:r>
              <a:rPr lang="hu-HU" sz="1800" dirty="0">
                <a:solidFill>
                  <a:schemeClr val="dk1"/>
                </a:solidFill>
              </a:rPr>
              <a:t>h</a:t>
            </a:r>
            <a:r>
              <a:rPr lang="en" sz="1800" dirty="0">
                <a:solidFill>
                  <a:schemeClr val="dk1"/>
                </a:solidFill>
              </a:rPr>
              <a:t>n Doe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7159" y="2942916"/>
            <a:ext cx="731520" cy="6949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13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38" name="Google Shape;138;p13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" name="Google Shape;139;p13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40" name="Google Shape;140;p13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1" name="Google Shape;141;p1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2" name="Google Shape;142;p13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Me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50" name="Google Shape;150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41B670"/>
                </a:solidFill>
              </a:rPr>
              <a:t>JO</a:t>
            </a:r>
            <a:r>
              <a:rPr lang="hu-HU" sz="2000" b="1" dirty="0">
                <a:solidFill>
                  <a:srgbClr val="41B670"/>
                </a:solidFill>
              </a:rPr>
              <a:t>H</a:t>
            </a:r>
            <a:r>
              <a:rPr lang="en" sz="2000" b="1" dirty="0">
                <a:solidFill>
                  <a:srgbClr val="41B670"/>
                </a:solidFill>
              </a:rPr>
              <a:t>N DOE</a:t>
            </a:r>
            <a:endParaRPr sz="2000" b="1" dirty="0">
              <a:solidFill>
                <a:srgbClr val="41B67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dk1"/>
                </a:solidFill>
              </a:rPr>
              <a:t>Job Title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Website:</a:t>
            </a:r>
            <a:r>
              <a:rPr lang="en" sz="1900" dirty="0">
                <a:solidFill>
                  <a:schemeClr val="dk1"/>
                </a:solidFill>
              </a:rPr>
              <a:t> http://www.jdoe.com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GitHub:</a:t>
            </a:r>
            <a:r>
              <a:rPr lang="en" sz="1900" dirty="0">
                <a:solidFill>
                  <a:schemeClr val="dk1"/>
                </a:solidFill>
              </a:rPr>
              <a:t> https://github.com/jdoe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X (Twitter):</a:t>
            </a:r>
            <a:r>
              <a:rPr lang="en" sz="1900" dirty="0">
                <a:solidFill>
                  <a:schemeClr val="dk1"/>
                </a:solidFill>
              </a:rPr>
              <a:t> https://x.com/jdoe</a:t>
            </a:r>
            <a:endParaRPr sz="1900" dirty="0">
              <a:solidFill>
                <a:schemeClr val="dk1"/>
              </a:solidFill>
            </a:endParaRPr>
          </a:p>
        </p:txBody>
      </p:sp>
      <p:grpSp>
        <p:nvGrpSpPr>
          <p:cNvPr id="151" name="Google Shape;151;p14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52" name="Google Shape;152;p14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14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54" name="Google Shape;154;p14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55" name="Google Shape;155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6" name="Google Shape;156;p14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7" name="Google Shape;157;p14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3D10D7-48E0-228B-F8EC-9258667C38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2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Title 1 goes here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Title 2 goes here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Title 3 goes here</a:t>
            </a:r>
            <a:endParaRPr sz="1800" dirty="0">
              <a:solidFill>
                <a:schemeClr val="dk1"/>
              </a:solidFill>
            </a:endParaRPr>
          </a:p>
        </p:txBody>
      </p:sp>
      <p:grpSp>
        <p:nvGrpSpPr>
          <p:cNvPr id="165" name="Google Shape;165;p15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66" name="Google Shape;166;p15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15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68" name="Google Shape;168;p15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9" name="Google Shape;169;p1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0" name="Google Shape;170;p15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1" name="Google Shape;171;p15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91C72FF-186A-F046-D630-D861BD3C52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3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title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Content goes here …</a:t>
            </a:r>
            <a:endParaRPr sz="1800" dirty="0">
              <a:solidFill>
                <a:schemeClr val="dk1"/>
              </a:solidFill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80" name="Google Shape;180;p16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AD94-D4D3-047B-7596-97B7715CCE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4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289564" y="2114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41B670"/>
                </a:solidFill>
              </a:rPr>
              <a:t>Section</a:t>
            </a:r>
            <a:r>
              <a:rPr lang="en" sz="3000" dirty="0"/>
              <a:t> </a:t>
            </a:r>
            <a:r>
              <a:rPr lang="en" sz="3000" dirty="0">
                <a:solidFill>
                  <a:srgbClr val="41B670"/>
                </a:solidFill>
              </a:rPr>
              <a:t>title</a:t>
            </a:r>
            <a:endParaRPr sz="3000" dirty="0">
              <a:solidFill>
                <a:srgbClr val="41B670"/>
              </a:solidFill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6139085" y="4391505"/>
            <a:ext cx="2918815" cy="794548"/>
            <a:chOff x="6139085" y="4391505"/>
            <a:chExt cx="2918815" cy="794548"/>
          </a:xfrm>
        </p:grpSpPr>
        <p:sp>
          <p:nvSpPr>
            <p:cNvPr id="180" name="Google Shape;180;p16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6139085" y="4847529"/>
              <a:ext cx="2152500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496FAC-0F39-B359-B814-54331D69D5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5</a:t>
            </a:fld>
            <a:endParaRPr lang="e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40782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88</Words>
  <Application>Microsoft Macintosh PowerPoint</Application>
  <PresentationFormat>Diavetítés a képernyőre (16:9 oldalarány)</PresentationFormat>
  <Paragraphs>31</Paragraphs>
  <Slides>5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Arial</vt:lpstr>
      <vt:lpstr>Montserrat SemiBold</vt:lpstr>
      <vt:lpstr>Lato</vt:lpstr>
      <vt:lpstr>Montserrat</vt:lpstr>
      <vt:lpstr>Focus</vt:lpstr>
      <vt:lpstr>Talk Title</vt:lpstr>
      <vt:lpstr>About Me</vt:lpstr>
      <vt:lpstr>Agenda</vt:lpstr>
      <vt:lpstr>Slide title</vt:lpstr>
      <vt:lpstr>Section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cp:lastModifiedBy>Viktória Magyar</cp:lastModifiedBy>
  <cp:revision>7</cp:revision>
  <dcterms:modified xsi:type="dcterms:W3CDTF">2026-06-22T11:04:46Z</dcterms:modified>
</cp:coreProperties>
</file>